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3716000" cy="9144000"/>
  <p:notesSz cx="6858000" cy="9144000"/>
  <p:defaultTextStyle>
    <a:defPPr>
      <a:defRPr lang="en-US"/>
    </a:defPPr>
    <a:lvl1pPr marL="0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1pPr>
    <a:lvl2pPr marL="783520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2pPr>
    <a:lvl3pPr marL="1567040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3pPr>
    <a:lvl4pPr marL="2350559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4pPr>
    <a:lvl5pPr marL="3134079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5pPr>
    <a:lvl6pPr marL="3917597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4701116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5484638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6268157" algn="l" defTabSz="1567040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564" y="162"/>
      </p:cViewPr>
      <p:guideLst>
        <p:guide orient="horz" pos="288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840569"/>
            <a:ext cx="11658600" cy="196003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5181600"/>
            <a:ext cx="96012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7835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70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505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34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17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7011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846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681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8"/>
            <a:ext cx="11658600" cy="1816101"/>
          </a:xfrm>
        </p:spPr>
        <p:txBody>
          <a:bodyPr anchor="t"/>
          <a:lstStyle>
            <a:lvl1pPr algn="l">
              <a:defRPr sz="68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9"/>
            <a:ext cx="11658600" cy="2000249"/>
          </a:xfrm>
        </p:spPr>
        <p:txBody>
          <a:bodyPr anchor="b"/>
          <a:lstStyle>
            <a:lvl1pPr marL="0" indent="0">
              <a:buNone/>
              <a:defRPr sz="3500">
                <a:solidFill>
                  <a:schemeClr val="tx1">
                    <a:tint val="75000"/>
                  </a:schemeClr>
                </a:solidFill>
              </a:defRPr>
            </a:lvl1pPr>
            <a:lvl2pPr marL="7835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56704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3pPr>
            <a:lvl4pPr marL="2350559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4pPr>
            <a:lvl5pPr marL="3134079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5pPr>
            <a:lvl6pPr marL="391759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6pPr>
            <a:lvl7pPr marL="4701116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7pPr>
            <a:lvl8pPr marL="5484638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8pPr>
            <a:lvl9pPr marL="6268157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33601"/>
            <a:ext cx="6057900" cy="6034617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5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72300" y="2133601"/>
            <a:ext cx="6057900" cy="6034617"/>
          </a:xfrm>
        </p:spPr>
        <p:txBody>
          <a:bodyPr/>
          <a:lstStyle>
            <a:lvl1pPr>
              <a:defRPr sz="4800"/>
            </a:lvl1pPr>
            <a:lvl2pPr>
              <a:defRPr sz="4100"/>
            </a:lvl2pPr>
            <a:lvl3pPr>
              <a:defRPr sz="35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46818"/>
            <a:ext cx="6060282" cy="853016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520" indent="0">
              <a:buNone/>
              <a:defRPr sz="3500" b="1"/>
            </a:lvl2pPr>
            <a:lvl3pPr marL="1567040" indent="0">
              <a:buNone/>
              <a:defRPr sz="3200" b="1"/>
            </a:lvl3pPr>
            <a:lvl4pPr marL="2350559" indent="0">
              <a:buNone/>
              <a:defRPr sz="2900" b="1"/>
            </a:lvl4pPr>
            <a:lvl5pPr marL="3134079" indent="0">
              <a:buNone/>
              <a:defRPr sz="2900" b="1"/>
            </a:lvl5pPr>
            <a:lvl6pPr marL="3917597" indent="0">
              <a:buNone/>
              <a:defRPr sz="2900" b="1"/>
            </a:lvl6pPr>
            <a:lvl7pPr marL="4701116" indent="0">
              <a:buNone/>
              <a:defRPr sz="2900" b="1"/>
            </a:lvl7pPr>
            <a:lvl8pPr marL="5484638" indent="0">
              <a:buNone/>
              <a:defRPr sz="2900" b="1"/>
            </a:lvl8pPr>
            <a:lvl9pPr marL="6268157" indent="0">
              <a:buNone/>
              <a:defRPr sz="2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2" y="2899833"/>
            <a:ext cx="6060282" cy="5268384"/>
          </a:xfrm>
        </p:spPr>
        <p:txBody>
          <a:bodyPr/>
          <a:lstStyle>
            <a:lvl1pPr>
              <a:defRPr sz="4100"/>
            </a:lvl1pPr>
            <a:lvl2pPr>
              <a:defRPr sz="35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40" y="2046818"/>
            <a:ext cx="6062663" cy="853016"/>
          </a:xfrm>
        </p:spPr>
        <p:txBody>
          <a:bodyPr anchor="b"/>
          <a:lstStyle>
            <a:lvl1pPr marL="0" indent="0">
              <a:buNone/>
              <a:defRPr sz="4100" b="1"/>
            </a:lvl1pPr>
            <a:lvl2pPr marL="783520" indent="0">
              <a:buNone/>
              <a:defRPr sz="3500" b="1"/>
            </a:lvl2pPr>
            <a:lvl3pPr marL="1567040" indent="0">
              <a:buNone/>
              <a:defRPr sz="3200" b="1"/>
            </a:lvl3pPr>
            <a:lvl4pPr marL="2350559" indent="0">
              <a:buNone/>
              <a:defRPr sz="2900" b="1"/>
            </a:lvl4pPr>
            <a:lvl5pPr marL="3134079" indent="0">
              <a:buNone/>
              <a:defRPr sz="2900" b="1"/>
            </a:lvl5pPr>
            <a:lvl6pPr marL="3917597" indent="0">
              <a:buNone/>
              <a:defRPr sz="2900" b="1"/>
            </a:lvl6pPr>
            <a:lvl7pPr marL="4701116" indent="0">
              <a:buNone/>
              <a:defRPr sz="2900" b="1"/>
            </a:lvl7pPr>
            <a:lvl8pPr marL="5484638" indent="0">
              <a:buNone/>
              <a:defRPr sz="2900" b="1"/>
            </a:lvl8pPr>
            <a:lvl9pPr marL="6268157" indent="0">
              <a:buNone/>
              <a:defRPr sz="29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40" y="2899833"/>
            <a:ext cx="6062663" cy="5268384"/>
          </a:xfrm>
        </p:spPr>
        <p:txBody>
          <a:bodyPr/>
          <a:lstStyle>
            <a:lvl1pPr>
              <a:defRPr sz="4100"/>
            </a:lvl1pPr>
            <a:lvl2pPr>
              <a:defRPr sz="3500"/>
            </a:lvl2pPr>
            <a:lvl3pPr>
              <a:defRPr sz="32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4" y="364067"/>
            <a:ext cx="4512470" cy="1549400"/>
          </a:xfrm>
        </p:spPr>
        <p:txBody>
          <a:bodyPr anchor="b"/>
          <a:lstStyle>
            <a:lvl1pPr algn="l">
              <a:defRPr sz="3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8" y="364068"/>
            <a:ext cx="7667626" cy="7804151"/>
          </a:xfrm>
        </p:spPr>
        <p:txBody>
          <a:bodyPr/>
          <a:lstStyle>
            <a:lvl1pPr>
              <a:defRPr sz="5400"/>
            </a:lvl1pPr>
            <a:lvl2pPr>
              <a:defRPr sz="4800"/>
            </a:lvl2pPr>
            <a:lvl3pPr>
              <a:defRPr sz="4100"/>
            </a:lvl3pPr>
            <a:lvl4pPr>
              <a:defRPr sz="3500"/>
            </a:lvl4pPr>
            <a:lvl5pPr>
              <a:defRPr sz="3500"/>
            </a:lvl5pPr>
            <a:lvl6pPr>
              <a:defRPr sz="3500"/>
            </a:lvl6pPr>
            <a:lvl7pPr>
              <a:defRPr sz="3500"/>
            </a:lvl7pPr>
            <a:lvl8pPr>
              <a:defRPr sz="3500"/>
            </a:lvl8pPr>
            <a:lvl9pPr>
              <a:defRPr sz="3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4" y="1913468"/>
            <a:ext cx="4512470" cy="6254751"/>
          </a:xfrm>
        </p:spPr>
        <p:txBody>
          <a:bodyPr/>
          <a:lstStyle>
            <a:lvl1pPr marL="0" indent="0">
              <a:buNone/>
              <a:defRPr sz="2500"/>
            </a:lvl1pPr>
            <a:lvl2pPr marL="783520" indent="0">
              <a:buNone/>
              <a:defRPr sz="2200"/>
            </a:lvl2pPr>
            <a:lvl3pPr marL="1567040" indent="0">
              <a:buNone/>
              <a:defRPr sz="1700"/>
            </a:lvl3pPr>
            <a:lvl4pPr marL="2350559" indent="0">
              <a:buNone/>
              <a:defRPr sz="1700"/>
            </a:lvl4pPr>
            <a:lvl5pPr marL="3134079" indent="0">
              <a:buNone/>
              <a:defRPr sz="1700"/>
            </a:lvl5pPr>
            <a:lvl6pPr marL="3917597" indent="0">
              <a:buNone/>
              <a:defRPr sz="1700"/>
            </a:lvl6pPr>
            <a:lvl7pPr marL="4701116" indent="0">
              <a:buNone/>
              <a:defRPr sz="1700"/>
            </a:lvl7pPr>
            <a:lvl8pPr marL="5484638" indent="0">
              <a:buNone/>
              <a:defRPr sz="1700"/>
            </a:lvl8pPr>
            <a:lvl9pPr marL="6268157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1"/>
            <a:ext cx="8229600" cy="755651"/>
          </a:xfrm>
        </p:spPr>
        <p:txBody>
          <a:bodyPr anchor="b"/>
          <a:lstStyle>
            <a:lvl1pPr algn="l">
              <a:defRPr sz="35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4"/>
            <a:ext cx="8229600" cy="5486400"/>
          </a:xfrm>
        </p:spPr>
        <p:txBody>
          <a:bodyPr/>
          <a:lstStyle>
            <a:lvl1pPr marL="0" indent="0">
              <a:buNone/>
              <a:defRPr sz="5400"/>
            </a:lvl1pPr>
            <a:lvl2pPr marL="783520" indent="0">
              <a:buNone/>
              <a:defRPr sz="4800"/>
            </a:lvl2pPr>
            <a:lvl3pPr marL="1567040" indent="0">
              <a:buNone/>
              <a:defRPr sz="4100"/>
            </a:lvl3pPr>
            <a:lvl4pPr marL="2350559" indent="0">
              <a:buNone/>
              <a:defRPr sz="3500"/>
            </a:lvl4pPr>
            <a:lvl5pPr marL="3134079" indent="0">
              <a:buNone/>
              <a:defRPr sz="3500"/>
            </a:lvl5pPr>
            <a:lvl6pPr marL="3917597" indent="0">
              <a:buNone/>
              <a:defRPr sz="3500"/>
            </a:lvl6pPr>
            <a:lvl7pPr marL="4701116" indent="0">
              <a:buNone/>
              <a:defRPr sz="3500"/>
            </a:lvl7pPr>
            <a:lvl8pPr marL="5484638" indent="0">
              <a:buNone/>
              <a:defRPr sz="3500"/>
            </a:lvl8pPr>
            <a:lvl9pPr marL="6268157" indent="0">
              <a:buNone/>
              <a:defRPr sz="3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3"/>
            <a:ext cx="8229600" cy="1073151"/>
          </a:xfrm>
        </p:spPr>
        <p:txBody>
          <a:bodyPr/>
          <a:lstStyle>
            <a:lvl1pPr marL="0" indent="0">
              <a:buNone/>
              <a:defRPr sz="2500"/>
            </a:lvl1pPr>
            <a:lvl2pPr marL="783520" indent="0">
              <a:buNone/>
              <a:defRPr sz="2200"/>
            </a:lvl2pPr>
            <a:lvl3pPr marL="1567040" indent="0">
              <a:buNone/>
              <a:defRPr sz="1700"/>
            </a:lvl3pPr>
            <a:lvl4pPr marL="2350559" indent="0">
              <a:buNone/>
              <a:defRPr sz="1700"/>
            </a:lvl4pPr>
            <a:lvl5pPr marL="3134079" indent="0">
              <a:buNone/>
              <a:defRPr sz="1700"/>
            </a:lvl5pPr>
            <a:lvl6pPr marL="3917597" indent="0">
              <a:buNone/>
              <a:defRPr sz="1700"/>
            </a:lvl6pPr>
            <a:lvl7pPr marL="4701116" indent="0">
              <a:buNone/>
              <a:defRPr sz="1700"/>
            </a:lvl7pPr>
            <a:lvl8pPr marL="5484638" indent="0">
              <a:buNone/>
              <a:defRPr sz="1700"/>
            </a:lvl8pPr>
            <a:lvl9pPr marL="6268157" indent="0">
              <a:buNone/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4100" y="366188"/>
            <a:ext cx="3086100" cy="780203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66188"/>
            <a:ext cx="9029700" cy="780203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  <a:prstGeom prst="rect">
            <a:avLst/>
          </a:prstGeom>
        </p:spPr>
        <p:txBody>
          <a:bodyPr vert="horz" lIns="156704" tIns="78351" rIns="156704" bIns="7835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33601"/>
            <a:ext cx="12344400" cy="6034617"/>
          </a:xfrm>
          <a:prstGeom prst="rect">
            <a:avLst/>
          </a:prstGeom>
        </p:spPr>
        <p:txBody>
          <a:bodyPr vert="horz" lIns="156704" tIns="78351" rIns="156704" bIns="7835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8475136"/>
            <a:ext cx="3200400" cy="486834"/>
          </a:xfrm>
          <a:prstGeom prst="rect">
            <a:avLst/>
          </a:prstGeom>
        </p:spPr>
        <p:txBody>
          <a:bodyPr vert="horz" lIns="156704" tIns="78351" rIns="156704" bIns="78351" rtlCol="0" anchor="ctr"/>
          <a:lstStyle>
            <a:lvl1pPr algn="l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40719E-77FC-48AC-935E-63DD01F9353D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86300" y="8475136"/>
            <a:ext cx="4343400" cy="486834"/>
          </a:xfrm>
          <a:prstGeom prst="rect">
            <a:avLst/>
          </a:prstGeom>
        </p:spPr>
        <p:txBody>
          <a:bodyPr vert="horz" lIns="156704" tIns="78351" rIns="156704" bIns="78351" rtlCol="0" anchor="ctr"/>
          <a:lstStyle>
            <a:lvl1pPr algn="ct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9800" y="8475136"/>
            <a:ext cx="3200400" cy="486834"/>
          </a:xfrm>
          <a:prstGeom prst="rect">
            <a:avLst/>
          </a:prstGeom>
        </p:spPr>
        <p:txBody>
          <a:bodyPr vert="horz" lIns="156704" tIns="78351" rIns="156704" bIns="78351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9756D-75B2-4738-BC39-3169788ADC0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567040" rtl="0" eaLnBrk="1" latinLnBrk="0" hangingPunct="1">
        <a:spcBef>
          <a:spcPct val="0"/>
        </a:spcBef>
        <a:buNone/>
        <a:defRPr sz="7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87641" indent="-587641" algn="l" defTabSz="1567040" rtl="0" eaLnBrk="1" latinLnBrk="0" hangingPunct="1">
        <a:spcBef>
          <a:spcPct val="20000"/>
        </a:spcBef>
        <a:buFont typeface="Arial" pitchFamily="34" charset="0"/>
        <a:buChar char="•"/>
        <a:defRPr sz="5400" kern="1200">
          <a:solidFill>
            <a:schemeClr val="tx1"/>
          </a:solidFill>
          <a:latin typeface="+mn-lt"/>
          <a:ea typeface="+mn-ea"/>
          <a:cs typeface="+mn-cs"/>
        </a:defRPr>
      </a:lvl1pPr>
      <a:lvl2pPr marL="1273219" indent="-489701" algn="l" defTabSz="1567040" rtl="0" eaLnBrk="1" latinLnBrk="0" hangingPunct="1">
        <a:spcBef>
          <a:spcPct val="20000"/>
        </a:spcBef>
        <a:buFont typeface="Arial" pitchFamily="34" charset="0"/>
        <a:buChar char="–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1958799" indent="-391759" algn="l" defTabSz="1567040" rtl="0" eaLnBrk="1" latinLnBrk="0" hangingPunct="1">
        <a:spcBef>
          <a:spcPct val="20000"/>
        </a:spcBef>
        <a:buFont typeface="Arial" pitchFamily="34" charset="0"/>
        <a:buChar char="•"/>
        <a:defRPr sz="41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319" indent="-391759" algn="l" defTabSz="1567040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3525838" indent="-391759" algn="l" defTabSz="1567040" rtl="0" eaLnBrk="1" latinLnBrk="0" hangingPunct="1">
        <a:spcBef>
          <a:spcPct val="20000"/>
        </a:spcBef>
        <a:buFont typeface="Arial" pitchFamily="34" charset="0"/>
        <a:buChar char="»"/>
        <a:defRPr sz="3500" kern="1200">
          <a:solidFill>
            <a:schemeClr val="tx1"/>
          </a:solidFill>
          <a:latin typeface="+mn-lt"/>
          <a:ea typeface="+mn-ea"/>
          <a:cs typeface="+mn-cs"/>
        </a:defRPr>
      </a:lvl5pPr>
      <a:lvl6pPr marL="4309359" indent="-391759" algn="l" defTabSz="1567040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6pPr>
      <a:lvl7pPr marL="5092878" indent="-391759" algn="l" defTabSz="1567040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7pPr>
      <a:lvl8pPr marL="5876398" indent="-391759" algn="l" defTabSz="1567040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8pPr>
      <a:lvl9pPr marL="6659917" indent="-391759" algn="l" defTabSz="1567040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83520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67040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350559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134079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3917597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701116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484638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268157" algn="l" defTabSz="156704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00750" y="857251"/>
            <a:ext cx="1200150" cy="342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Order</a:t>
            </a:r>
          </a:p>
        </p:txBody>
      </p:sp>
      <p:sp>
        <p:nvSpPr>
          <p:cNvPr id="3" name="Oval 2"/>
          <p:cNvSpPr/>
          <p:nvPr/>
        </p:nvSpPr>
        <p:spPr>
          <a:xfrm>
            <a:off x="4429126" y="238125"/>
            <a:ext cx="1214438" cy="44767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err="1" smtClean="0">
                <a:solidFill>
                  <a:schemeClr val="tx1"/>
                </a:solidFill>
              </a:rPr>
              <a:t>Orderid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5857875" y="95250"/>
            <a:ext cx="1428750" cy="4381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err="1" smtClean="0">
                <a:solidFill>
                  <a:schemeClr val="tx1"/>
                </a:solidFill>
              </a:rPr>
              <a:t>Orderdate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7286627" y="285751"/>
            <a:ext cx="1857375" cy="47624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err="1">
                <a:solidFill>
                  <a:schemeClr val="tx1"/>
                </a:solidFill>
              </a:rPr>
              <a:t>TotalAmount</a:t>
            </a:r>
            <a:endParaRPr lang="en-US" sz="150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>
            <a:stCxn id="3" idx="5"/>
          </p:cNvCxnSpPr>
          <p:nvPr/>
        </p:nvCxnSpPr>
        <p:spPr>
          <a:xfrm rot="16200000" flipH="1">
            <a:off x="5686165" y="399788"/>
            <a:ext cx="237011" cy="6779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5" idx="4"/>
          </p:cNvCxnSpPr>
          <p:nvPr/>
        </p:nvCxnSpPr>
        <p:spPr>
          <a:xfrm rot="16200000" flipV="1">
            <a:off x="6410326" y="695325"/>
            <a:ext cx="323851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endCxn id="6" idx="3"/>
          </p:cNvCxnSpPr>
          <p:nvPr/>
        </p:nvCxnSpPr>
        <p:spPr>
          <a:xfrm flipV="1">
            <a:off x="7000876" y="692255"/>
            <a:ext cx="557757" cy="1649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Diamond 13"/>
          <p:cNvSpPr/>
          <p:nvPr/>
        </p:nvSpPr>
        <p:spPr>
          <a:xfrm>
            <a:off x="8143878" y="857251"/>
            <a:ext cx="1071563" cy="34290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400" dirty="0"/>
              <a:t>has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15563" y="857251"/>
            <a:ext cx="1200150" cy="342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Payment</a:t>
            </a:r>
          </a:p>
        </p:txBody>
      </p:sp>
      <p:sp>
        <p:nvSpPr>
          <p:cNvPr id="23" name="Oval 22"/>
          <p:cNvSpPr/>
          <p:nvPr/>
        </p:nvSpPr>
        <p:spPr>
          <a:xfrm>
            <a:off x="12144376" y="152401"/>
            <a:ext cx="1214438" cy="41910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PaymentID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24" name="Oval 23"/>
          <p:cNvSpPr/>
          <p:nvPr/>
        </p:nvSpPr>
        <p:spPr>
          <a:xfrm>
            <a:off x="12072938" y="857250"/>
            <a:ext cx="1428750" cy="43815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>
                <a:solidFill>
                  <a:schemeClr val="tx1"/>
                </a:solidFill>
              </a:rPr>
              <a:t>PaymentDate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27" name="Straight Connector 26"/>
          <p:cNvCxnSpPr>
            <a:stCxn id="2" idx="3"/>
            <a:endCxn id="14" idx="1"/>
          </p:cNvCxnSpPr>
          <p:nvPr/>
        </p:nvCxnSpPr>
        <p:spPr>
          <a:xfrm>
            <a:off x="7200902" y="1028702"/>
            <a:ext cx="942975" cy="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3"/>
            <a:endCxn id="22" idx="1"/>
          </p:cNvCxnSpPr>
          <p:nvPr/>
        </p:nvCxnSpPr>
        <p:spPr>
          <a:xfrm>
            <a:off x="9215440" y="1028702"/>
            <a:ext cx="1000125" cy="9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12072938" y="1476375"/>
            <a:ext cx="1428750" cy="4286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Amount</a:t>
            </a:r>
          </a:p>
        </p:txBody>
      </p:sp>
      <p:cxnSp>
        <p:nvCxnSpPr>
          <p:cNvPr id="32" name="Straight Connector 31"/>
          <p:cNvCxnSpPr>
            <a:endCxn id="23" idx="4"/>
          </p:cNvCxnSpPr>
          <p:nvPr/>
        </p:nvCxnSpPr>
        <p:spPr>
          <a:xfrm flipV="1">
            <a:off x="11430003" y="571503"/>
            <a:ext cx="1321592" cy="2857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22" idx="3"/>
            <a:endCxn id="24" idx="2"/>
          </p:cNvCxnSpPr>
          <p:nvPr/>
        </p:nvCxnSpPr>
        <p:spPr>
          <a:xfrm>
            <a:off x="11415713" y="1028702"/>
            <a:ext cx="657225" cy="476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endCxn id="30" idx="0"/>
          </p:cNvCxnSpPr>
          <p:nvPr/>
        </p:nvCxnSpPr>
        <p:spPr>
          <a:xfrm>
            <a:off x="11430003" y="1190625"/>
            <a:ext cx="1357310" cy="2857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Diamond 42"/>
          <p:cNvSpPr/>
          <p:nvPr/>
        </p:nvSpPr>
        <p:spPr>
          <a:xfrm>
            <a:off x="3733800" y="762000"/>
            <a:ext cx="1214438" cy="5080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400" dirty="0" smtClean="0"/>
              <a:t>Place</a:t>
            </a:r>
            <a:endParaRPr lang="en-US" sz="1400" dirty="0"/>
          </a:p>
        </p:txBody>
      </p:sp>
      <p:cxnSp>
        <p:nvCxnSpPr>
          <p:cNvPr id="45" name="Straight Connector 44"/>
          <p:cNvCxnSpPr>
            <a:stCxn id="43" idx="3"/>
            <a:endCxn id="2" idx="1"/>
          </p:cNvCxnSpPr>
          <p:nvPr/>
        </p:nvCxnSpPr>
        <p:spPr>
          <a:xfrm>
            <a:off x="4948238" y="1016000"/>
            <a:ext cx="1052512" cy="127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1905000" y="838200"/>
            <a:ext cx="1200150" cy="342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>
                <a:solidFill>
                  <a:schemeClr val="tx1"/>
                </a:solidFill>
              </a:rPr>
              <a:t>Customer</a:t>
            </a:r>
          </a:p>
        </p:txBody>
      </p:sp>
      <p:cxnSp>
        <p:nvCxnSpPr>
          <p:cNvPr id="49" name="Straight Connector 48"/>
          <p:cNvCxnSpPr>
            <a:stCxn id="47" idx="3"/>
            <a:endCxn id="43" idx="1"/>
          </p:cNvCxnSpPr>
          <p:nvPr/>
        </p:nvCxnSpPr>
        <p:spPr>
          <a:xfrm>
            <a:off x="3105150" y="1009651"/>
            <a:ext cx="628650" cy="63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0" y="1476375"/>
            <a:ext cx="1219200" cy="50482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E</a:t>
            </a:r>
            <a:r>
              <a:rPr lang="en-US" sz="1100" dirty="0" smtClean="0">
                <a:solidFill>
                  <a:schemeClr val="tx1"/>
                </a:solidFill>
              </a:rPr>
              <a:t>mail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1" name="Oval 50"/>
          <p:cNvSpPr/>
          <p:nvPr/>
        </p:nvSpPr>
        <p:spPr>
          <a:xfrm>
            <a:off x="0" y="762000"/>
            <a:ext cx="11430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Name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55" name="Oval 54"/>
          <p:cNvSpPr/>
          <p:nvPr/>
        </p:nvSpPr>
        <p:spPr>
          <a:xfrm>
            <a:off x="304800" y="152400"/>
            <a:ext cx="15240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 err="1" smtClean="0">
                <a:solidFill>
                  <a:schemeClr val="tx1"/>
                </a:solidFill>
              </a:rPr>
              <a:t>CustomerID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57" name="Straight Connector 56"/>
          <p:cNvCxnSpPr>
            <a:stCxn id="55" idx="5"/>
            <a:endCxn id="47" idx="0"/>
          </p:cNvCxnSpPr>
          <p:nvPr/>
        </p:nvCxnSpPr>
        <p:spPr>
          <a:xfrm rot="16200000" flipH="1">
            <a:off x="1940088" y="273212"/>
            <a:ext cx="230515" cy="8994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>
            <a:stCxn id="51" idx="6"/>
            <a:endCxn id="47" idx="1"/>
          </p:cNvCxnSpPr>
          <p:nvPr/>
        </p:nvCxnSpPr>
        <p:spPr>
          <a:xfrm flipV="1">
            <a:off x="1143000" y="1009651"/>
            <a:ext cx="762000" cy="19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50" idx="6"/>
            <a:endCxn id="47" idx="2"/>
          </p:cNvCxnSpPr>
          <p:nvPr/>
        </p:nvCxnSpPr>
        <p:spPr>
          <a:xfrm flipV="1">
            <a:off x="1219200" y="1181101"/>
            <a:ext cx="1285875" cy="54768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Diamond 61"/>
          <p:cNvSpPr/>
          <p:nvPr/>
        </p:nvSpPr>
        <p:spPr>
          <a:xfrm>
            <a:off x="8229600" y="2362200"/>
            <a:ext cx="1071563" cy="342901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400" dirty="0"/>
              <a:t>has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058400" y="2819400"/>
            <a:ext cx="1200150" cy="342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smtClean="0">
                <a:solidFill>
                  <a:schemeClr val="tx1"/>
                </a:solidFill>
              </a:rPr>
              <a:t>Shipment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64" name="Oval 63"/>
          <p:cNvSpPr/>
          <p:nvPr/>
        </p:nvSpPr>
        <p:spPr>
          <a:xfrm>
            <a:off x="12039600" y="2133600"/>
            <a:ext cx="142875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</a:rPr>
              <a:t>ShipmentID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66" name="Oval 65"/>
          <p:cNvSpPr/>
          <p:nvPr/>
        </p:nvSpPr>
        <p:spPr>
          <a:xfrm>
            <a:off x="11963400" y="2819400"/>
            <a:ext cx="1428750" cy="3810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</a:rPr>
              <a:t>ShipDate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67" name="Straight Connector 66"/>
          <p:cNvCxnSpPr>
            <a:stCxn id="63" idx="3"/>
            <a:endCxn id="64" idx="2"/>
          </p:cNvCxnSpPr>
          <p:nvPr/>
        </p:nvCxnSpPr>
        <p:spPr>
          <a:xfrm flipV="1">
            <a:off x="11258550" y="2362200"/>
            <a:ext cx="781050" cy="6286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12039600" y="3810000"/>
            <a:ext cx="142875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Status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80" name="Straight Connector 79"/>
          <p:cNvCxnSpPr>
            <a:stCxn id="63" idx="3"/>
            <a:endCxn id="76" idx="0"/>
          </p:cNvCxnSpPr>
          <p:nvPr/>
        </p:nvCxnSpPr>
        <p:spPr>
          <a:xfrm>
            <a:off x="11258550" y="2990851"/>
            <a:ext cx="1495425" cy="8191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63" idx="3"/>
            <a:endCxn id="66" idx="2"/>
          </p:cNvCxnSpPr>
          <p:nvPr/>
        </p:nvCxnSpPr>
        <p:spPr>
          <a:xfrm>
            <a:off x="11258550" y="2990851"/>
            <a:ext cx="704850" cy="19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>
            <a:stCxn id="2" idx="2"/>
          </p:cNvCxnSpPr>
          <p:nvPr/>
        </p:nvCxnSpPr>
        <p:spPr>
          <a:xfrm rot="16200000" flipH="1">
            <a:off x="6948489" y="852487"/>
            <a:ext cx="1238248" cy="19335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Connector 94"/>
          <p:cNvCxnSpPr>
            <a:stCxn id="62" idx="3"/>
            <a:endCxn id="63" idx="1"/>
          </p:cNvCxnSpPr>
          <p:nvPr/>
        </p:nvCxnSpPr>
        <p:spPr>
          <a:xfrm>
            <a:off x="9301163" y="2533651"/>
            <a:ext cx="757237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Diamond 95"/>
          <p:cNvSpPr/>
          <p:nvPr/>
        </p:nvSpPr>
        <p:spPr>
          <a:xfrm>
            <a:off x="5715000" y="2514600"/>
            <a:ext cx="1828800" cy="9906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 err="1" smtClean="0">
                <a:solidFill>
                  <a:schemeClr val="bg1"/>
                </a:solidFill>
              </a:rPr>
              <a:t>c</a:t>
            </a:r>
            <a:r>
              <a:rPr lang="en-US" sz="1400" dirty="0" err="1" smtClean="0">
                <a:solidFill>
                  <a:schemeClr val="tx1"/>
                </a:solidFill>
              </a:rPr>
              <a:t>Contains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14" name="Straight Connector 113"/>
          <p:cNvCxnSpPr>
            <a:stCxn id="2" idx="2"/>
            <a:endCxn id="96" idx="0"/>
          </p:cNvCxnSpPr>
          <p:nvPr/>
        </p:nvCxnSpPr>
        <p:spPr>
          <a:xfrm rot="16200000" flipH="1">
            <a:off x="5957888" y="1843088"/>
            <a:ext cx="1314448" cy="28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116"/>
          <p:cNvSpPr/>
          <p:nvPr/>
        </p:nvSpPr>
        <p:spPr>
          <a:xfrm>
            <a:off x="5867400" y="4724400"/>
            <a:ext cx="1524000" cy="304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err="1" smtClean="0">
                <a:solidFill>
                  <a:schemeClr val="tx1"/>
                </a:solidFill>
              </a:rPr>
              <a:t>Order_details</a:t>
            </a:r>
            <a:endParaRPr lang="en-US" sz="1500" dirty="0">
              <a:solidFill>
                <a:schemeClr val="tx1"/>
              </a:solidFill>
            </a:endParaRPr>
          </a:p>
        </p:txBody>
      </p:sp>
      <p:cxnSp>
        <p:nvCxnSpPr>
          <p:cNvPr id="119" name="Straight Connector 118"/>
          <p:cNvCxnSpPr>
            <a:stCxn id="96" idx="2"/>
            <a:endCxn id="117" idx="0"/>
          </p:cNvCxnSpPr>
          <p:nvPr/>
        </p:nvCxnSpPr>
        <p:spPr>
          <a:xfrm rot="5400000">
            <a:off x="6019800" y="4114800"/>
            <a:ext cx="1219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8458200" y="4343400"/>
            <a:ext cx="1371600" cy="4572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Quantity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21" name="Oval 120"/>
          <p:cNvSpPr/>
          <p:nvPr/>
        </p:nvSpPr>
        <p:spPr>
          <a:xfrm>
            <a:off x="8534400" y="5181600"/>
            <a:ext cx="129540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</a:rPr>
              <a:t>UnitPrice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23" name="Straight Connector 122"/>
          <p:cNvCxnSpPr>
            <a:stCxn id="117" idx="3"/>
            <a:endCxn id="120" idx="2"/>
          </p:cNvCxnSpPr>
          <p:nvPr/>
        </p:nvCxnSpPr>
        <p:spPr>
          <a:xfrm flipV="1">
            <a:off x="7391400" y="4572000"/>
            <a:ext cx="1066800" cy="3048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/>
          <p:cNvCxnSpPr>
            <a:stCxn id="117" idx="3"/>
            <a:endCxn id="121" idx="2"/>
          </p:cNvCxnSpPr>
          <p:nvPr/>
        </p:nvCxnSpPr>
        <p:spPr>
          <a:xfrm>
            <a:off x="7391400" y="4876800"/>
            <a:ext cx="1143000" cy="57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Diamond 126"/>
          <p:cNvSpPr/>
          <p:nvPr/>
        </p:nvSpPr>
        <p:spPr>
          <a:xfrm>
            <a:off x="7620000" y="6629400"/>
            <a:ext cx="1600200" cy="685800"/>
          </a:xfrm>
          <a:prstGeom prst="diamon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400" dirty="0" smtClean="0"/>
              <a:t>Writes</a:t>
            </a:r>
            <a:endParaRPr lang="en-US" sz="1400" dirty="0"/>
          </a:p>
        </p:txBody>
      </p:sp>
      <p:cxnSp>
        <p:nvCxnSpPr>
          <p:cNvPr id="129" name="Straight Connector 128"/>
          <p:cNvCxnSpPr>
            <a:stCxn id="117" idx="2"/>
          </p:cNvCxnSpPr>
          <p:nvPr/>
        </p:nvCxnSpPr>
        <p:spPr>
          <a:xfrm rot="5400000">
            <a:off x="5638800" y="6019800"/>
            <a:ext cx="19812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27" idx="1"/>
          </p:cNvCxnSpPr>
          <p:nvPr/>
        </p:nvCxnSpPr>
        <p:spPr>
          <a:xfrm rot="10800000" flipV="1">
            <a:off x="6629400" y="6972300"/>
            <a:ext cx="990600" cy="381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10134600" y="6781800"/>
            <a:ext cx="1200150" cy="3429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500" dirty="0" smtClean="0">
                <a:solidFill>
                  <a:schemeClr val="tx1"/>
                </a:solidFill>
              </a:rPr>
              <a:t>Review</a:t>
            </a:r>
            <a:endParaRPr lang="en-US" sz="1500" dirty="0">
              <a:solidFill>
                <a:schemeClr val="tx1"/>
              </a:solidFill>
            </a:endParaRPr>
          </a:p>
        </p:txBody>
      </p:sp>
      <p:sp>
        <p:nvSpPr>
          <p:cNvPr id="138" name="Oval 137"/>
          <p:cNvSpPr/>
          <p:nvPr/>
        </p:nvSpPr>
        <p:spPr>
          <a:xfrm>
            <a:off x="12115800" y="7391400"/>
            <a:ext cx="142875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smtClean="0">
                <a:solidFill>
                  <a:schemeClr val="tx1"/>
                </a:solidFill>
              </a:rPr>
              <a:t>Rating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39" name="Straight Connector 138"/>
          <p:cNvCxnSpPr>
            <a:stCxn id="137" idx="3"/>
          </p:cNvCxnSpPr>
          <p:nvPr/>
        </p:nvCxnSpPr>
        <p:spPr>
          <a:xfrm flipV="1">
            <a:off x="11334750" y="6238876"/>
            <a:ext cx="781050" cy="714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/>
          <p:cNvCxnSpPr>
            <a:stCxn id="137" idx="3"/>
            <a:endCxn id="138" idx="2"/>
          </p:cNvCxnSpPr>
          <p:nvPr/>
        </p:nvCxnSpPr>
        <p:spPr>
          <a:xfrm>
            <a:off x="11334750" y="6953251"/>
            <a:ext cx="781050" cy="7048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12039600" y="5943600"/>
            <a:ext cx="1428750" cy="53340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85714" tIns="42858" rIns="85714" bIns="42858" rtlCol="0" anchor="ctr"/>
          <a:lstStyle/>
          <a:p>
            <a:pPr algn="ctr"/>
            <a:r>
              <a:rPr lang="en-US" sz="1100" dirty="0" err="1" smtClean="0">
                <a:solidFill>
                  <a:schemeClr val="tx1"/>
                </a:solidFill>
              </a:rPr>
              <a:t>ReviewID</a:t>
            </a:r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188" name="Straight Connector 187"/>
          <p:cNvCxnSpPr>
            <a:stCxn id="127" idx="3"/>
            <a:endCxn id="137" idx="1"/>
          </p:cNvCxnSpPr>
          <p:nvPr/>
        </p:nvCxnSpPr>
        <p:spPr>
          <a:xfrm flipV="1">
            <a:off x="9220200" y="6953251"/>
            <a:ext cx="914400" cy="190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TextBox 190"/>
          <p:cNvSpPr txBox="1"/>
          <p:nvPr/>
        </p:nvSpPr>
        <p:spPr>
          <a:xfrm>
            <a:off x="3276600" y="609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1</a:t>
            </a:r>
            <a:endParaRPr lang="en-US" sz="1800" dirty="0"/>
          </a:p>
        </p:txBody>
      </p:sp>
      <p:sp>
        <p:nvSpPr>
          <p:cNvPr id="192" name="TextBox 191"/>
          <p:cNvSpPr txBox="1"/>
          <p:nvPr/>
        </p:nvSpPr>
        <p:spPr>
          <a:xfrm>
            <a:off x="5105400" y="685800"/>
            <a:ext cx="53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  M</a:t>
            </a:r>
            <a:endParaRPr lang="en-US" sz="1600" dirty="0"/>
          </a:p>
        </p:txBody>
      </p:sp>
      <p:sp>
        <p:nvSpPr>
          <p:cNvPr id="194" name="TextBox 193"/>
          <p:cNvSpPr txBox="1"/>
          <p:nvPr/>
        </p:nvSpPr>
        <p:spPr>
          <a:xfrm>
            <a:off x="7620000" y="762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95" name="TextBox 194"/>
          <p:cNvSpPr txBox="1"/>
          <p:nvPr/>
        </p:nvSpPr>
        <p:spPr>
          <a:xfrm>
            <a:off x="9601200" y="7620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96" name="TextBox 195"/>
          <p:cNvSpPr txBox="1"/>
          <p:nvPr/>
        </p:nvSpPr>
        <p:spPr>
          <a:xfrm>
            <a:off x="7696200" y="16764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97" name="TextBox 196"/>
          <p:cNvSpPr txBox="1"/>
          <p:nvPr/>
        </p:nvSpPr>
        <p:spPr>
          <a:xfrm>
            <a:off x="9525000" y="24384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198" name="TextBox 197"/>
          <p:cNvSpPr txBox="1"/>
          <p:nvPr/>
        </p:nvSpPr>
        <p:spPr>
          <a:xfrm>
            <a:off x="6858000" y="4343400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9448800" y="6705600"/>
            <a:ext cx="3593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</a:t>
            </a:r>
            <a:endParaRPr lang="en-US" sz="1600" dirty="0"/>
          </a:p>
        </p:txBody>
      </p:sp>
      <p:sp>
        <p:nvSpPr>
          <p:cNvPr id="200" name="TextBox 199"/>
          <p:cNvSpPr txBox="1"/>
          <p:nvPr/>
        </p:nvSpPr>
        <p:spPr>
          <a:xfrm>
            <a:off x="6858000" y="67056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  <p:sp>
        <p:nvSpPr>
          <p:cNvPr id="201" name="TextBox 200"/>
          <p:cNvSpPr txBox="1"/>
          <p:nvPr/>
        </p:nvSpPr>
        <p:spPr>
          <a:xfrm>
            <a:off x="6629400" y="1828800"/>
            <a:ext cx="2888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38</Words>
  <Application>Microsoft Office PowerPoint</Application>
  <PresentationFormat>Custom</PresentationFormat>
  <Paragraphs>37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Welcome</dc:creator>
  <cp:lastModifiedBy>Welcome</cp:lastModifiedBy>
  <cp:revision>14</cp:revision>
  <dcterms:created xsi:type="dcterms:W3CDTF">2026-07-20T13:42:14Z</dcterms:created>
  <dcterms:modified xsi:type="dcterms:W3CDTF">2026-07-20T16:09:41Z</dcterms:modified>
</cp:coreProperties>
</file>